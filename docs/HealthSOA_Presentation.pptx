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1A7A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HealthSOA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Platform for Pre-Procedure Clinical Assessment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A.A. 2025/2026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  ·  DISIM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868680"/>
          </a:xfrm>
          <a:prstGeom prst="rect">
            <a:avLst/>
          </a:prstGeom>
          <a:solidFill>
            <a:srgbClr val="1A7A6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SOAP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444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patient registry exposes a SOAP/JAX-WS endpoint; modern services must interoperate with it via contract-first CXF client.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6B4F9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48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Lab &amp; Imaging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50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exams take minutes to hours — polling + webhook callback prevent blocking the caller (Laboratorio &amp; Imaging services).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108960"/>
            <a:ext cx="73152" cy="868680"/>
          </a:xfrm>
          <a:prstGeom prst="rect">
            <a:avLst/>
          </a:prstGeom>
          <a:solidFill>
            <a:srgbClr val="1A7A6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546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 Orchestration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34564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 concurrently calls Clinical and Diagnostic aggregators (CompletableFuture.allOf) to minimise latency.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114800"/>
            <a:ext cx="73152" cy="868680"/>
          </a:xfrm>
          <a:prstGeom prst="rect">
            <a:avLst/>
          </a:prstGeom>
          <a:solidFill>
            <a:srgbClr val="6B4F9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1605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Under Peak Load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4622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and Imaging can run multiple replicas; Eureka + lb:// routing distributes traffic with no code changes.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926080" y="100584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D9E8F5"/>
          </a:solidFill>
          <a:ln w="19050">
            <a:solidFill>
              <a:srgbClr val="A0A0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0" y="10058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 (Browser / curl)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0" y="182880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B8CFE4"/>
          </a:solidFill>
          <a:ln w="19050">
            <a:solidFill>
              <a:srgbClr val="A0A0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0" y="18288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:9000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3840480" cy="548640"/>
          </a:xfrm>
          <a:prstGeom prst="roundRect">
            <a:avLst>
              <a:gd name="adj" fmla="val 8333"/>
            </a:avLst>
          </a:prstGeom>
          <a:solidFill>
            <a:srgbClr val="D6C8EE"/>
          </a:solidFill>
          <a:ln w="19050">
            <a:solidFill>
              <a:srgbClr val="6B4F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517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Prosumers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2651760"/>
            <a:ext cx="3840480" cy="548640"/>
          </a:xfrm>
          <a:prstGeom prst="roundRect">
            <a:avLst>
              <a:gd name="adj" fmla="val 8333"/>
            </a:avLst>
          </a:prstGeom>
          <a:solidFill>
            <a:srgbClr val="C3E0DC"/>
          </a:solidFill>
          <a:ln w="19050">
            <a:solidFill>
              <a:srgbClr val="1A7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6517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0" y="347472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E0E0E0"/>
          </a:solidFill>
          <a:ln w="19050">
            <a:solidFill>
              <a:srgbClr val="A0A0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3474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 :3306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37560"/>
            <a:ext cx="1188720" cy="640080"/>
          </a:xfrm>
          <a:prstGeom prst="rect">
            <a:avLst/>
          </a:prstGeom>
          <a:solidFill>
            <a:srgbClr val="EDE5F7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33756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:9203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83080" y="3337560"/>
            <a:ext cx="1188720" cy="640080"/>
          </a:xfrm>
          <a:prstGeom prst="rect">
            <a:avLst/>
          </a:prstGeom>
          <a:solidFill>
            <a:srgbClr val="EDE5F7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83080" y="333756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:9202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63240" y="3337560"/>
            <a:ext cx="1188720" cy="640080"/>
          </a:xfrm>
          <a:prstGeom prst="rect">
            <a:avLst/>
          </a:prstGeom>
          <a:solidFill>
            <a:srgbClr val="EDE5F7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63240" y="333756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:9201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892040" y="3337560"/>
            <a:ext cx="896112" cy="640080"/>
          </a:xfrm>
          <a:prstGeom prst="rect">
            <a:avLst/>
          </a:prstGeom>
          <a:solidFill>
            <a:srgbClr val="D5EDEA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3337560"/>
            <a:ext cx="896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:9101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33872" y="3337560"/>
            <a:ext cx="896112" cy="640080"/>
          </a:xfrm>
          <a:prstGeom prst="rect">
            <a:avLst/>
          </a:prstGeom>
          <a:solidFill>
            <a:srgbClr val="D5EDEA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33872" y="3337560"/>
            <a:ext cx="896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:9103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75704" y="3337560"/>
            <a:ext cx="896112" cy="640080"/>
          </a:xfrm>
          <a:prstGeom prst="rect">
            <a:avLst/>
          </a:prstGeom>
          <a:solidFill>
            <a:srgbClr val="D5EDEA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5704" y="3337560"/>
            <a:ext cx="896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:9102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717536" y="3337560"/>
            <a:ext cx="896112" cy="640080"/>
          </a:xfrm>
          <a:prstGeom prst="rect">
            <a:avLst/>
          </a:prstGeom>
          <a:solidFill>
            <a:srgbClr val="D5EDEA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17536" y="3337560"/>
            <a:ext cx="896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:9104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0" y="1554480"/>
            <a:ext cx="0" cy="27432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4572000" y="2377440"/>
            <a:ext cx="0" cy="27432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4572000" y="3977640"/>
            <a:ext cx="0" cy="13716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57200" y="4572000"/>
            <a:ext cx="228600" cy="201168"/>
          </a:xfrm>
          <a:prstGeom prst="rect">
            <a:avLst/>
          </a:prstGeom>
          <a:solidFill>
            <a:srgbClr val="D6C8EE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5720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Prosumer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0" y="4572000"/>
            <a:ext cx="228600" cy="201168"/>
          </a:xfrm>
          <a:prstGeom prst="rect">
            <a:avLst/>
          </a:prstGeom>
          <a:solidFill>
            <a:srgbClr val="C3E0DC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35808" y="45720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0" y="4572000"/>
            <a:ext cx="228600" cy="201168"/>
          </a:xfrm>
          <a:prstGeom prst="rect">
            <a:avLst/>
          </a:prstGeom>
          <a:solidFill>
            <a:srgbClr val="E0E0E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21808" y="45720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/ DB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Services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70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Server  :8888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Centralises all service properties in a git-backed repository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719072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service reads its config on startup via spring.config.import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956816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Runtime refresh supported via POST /actuator/refresh + @RefreshScope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5059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Server — Eureka  :8761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761488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services self-register on startup (@EnableDiscoveryClient)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999232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Enables service-name resolution for Feign clients and Gateway lb:// URIs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236976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Health dashboard at http://localhost:8761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3075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:9000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41648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entry point — routes requests to the correct service by path prefix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279392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Uses lb://service-name URIs; load balances across all healthy replicas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7498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Path filters (StripPrefix) rewrite paths before forwarding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658368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097280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0" y="1097280"/>
            <a:ext cx="1463040" cy="658368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59152" y="109728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1097280"/>
            <a:ext cx="822960" cy="658368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22192" y="109728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097280"/>
            <a:ext cx="4297680" cy="658368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097280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10512"/>
            <a:ext cx="1828800" cy="658368"/>
          </a:xfrm>
          <a:prstGeom prst="rect">
            <a:avLst/>
          </a:prstGeom>
          <a:solidFill>
            <a:srgbClr val="D5EDEA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10512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0" y="1810512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(CXF)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49040" y="1810512"/>
            <a:ext cx="822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2192" y="1810512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1810512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810512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registry — demographics, conditions, allergies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523744"/>
            <a:ext cx="1828800" cy="658368"/>
          </a:xfrm>
          <a:prstGeom prst="rect">
            <a:avLst/>
          </a:prstGeom>
          <a:solidFill>
            <a:srgbClr val="D5EDEA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2523744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86000" y="2523744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59152" y="2523744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async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749040" y="2523744"/>
            <a:ext cx="822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22192" y="2523744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2523744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2523744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test orders, async processing, result retrieval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36976"/>
            <a:ext cx="1828800" cy="658368"/>
          </a:xfrm>
          <a:prstGeom prst="rect">
            <a:avLst/>
          </a:prstGeom>
          <a:solidFill>
            <a:srgbClr val="D5EDEA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3236976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286000" y="3236976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59152" y="3236976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49040" y="3236976"/>
            <a:ext cx="822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22192" y="3236976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323697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3236976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prescriptions — CRUD by patient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950208"/>
            <a:ext cx="1828800" cy="658368"/>
          </a:xfrm>
          <a:prstGeom prst="rect">
            <a:avLst/>
          </a:prstGeom>
          <a:solidFill>
            <a:srgbClr val="D5EDEA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" y="3950208"/>
            <a:ext cx="1737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286000" y="3950208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59152" y="395020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async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749040" y="3950208"/>
            <a:ext cx="822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2192" y="3950208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9104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3950208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45152" y="3950208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Radiology/imaging orders, async processing, reports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register with Eureka — no hardcoded addresses.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Prosumers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822960"/>
          </a:xfrm>
          <a:prstGeom prst="rect">
            <a:avLst/>
          </a:prstGeom>
          <a:solidFill>
            <a:srgbClr val="6B4F9E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0972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097280"/>
            <a:ext cx="640080" cy="822960"/>
          </a:xfrm>
          <a:prstGeom prst="rect">
            <a:avLst/>
          </a:prstGeom>
          <a:solidFill>
            <a:srgbClr val="6B4F9E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50592" y="10972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1097280"/>
            <a:ext cx="3291840" cy="822960"/>
          </a:xfrm>
          <a:prstGeom prst="rect">
            <a:avLst/>
          </a:prstGeom>
          <a:solidFill>
            <a:srgbClr val="6B4F9E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90672" y="10972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Consumed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560320" cy="822960"/>
          </a:xfrm>
          <a:prstGeom prst="rect">
            <a:avLst/>
          </a:prstGeom>
          <a:solidFill>
            <a:srgbClr val="6B4F9E"/>
          </a:solidFill>
          <a:ln w="12700">
            <a:solidFill>
              <a:srgbClr val="6B4F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0972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1920240" cy="822960"/>
          </a:xfrm>
          <a:prstGeom prst="rect">
            <a:avLst/>
          </a:prstGeom>
          <a:solidFill>
            <a:srgbClr val="EDE5F7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Aggregator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2011680"/>
            <a:ext cx="640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0592" y="20116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20116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90672" y="20116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(SOAP) + Farmacia (REST)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82512" y="20116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UC-2: Build clinical profile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1920240" cy="822960"/>
          </a:xfrm>
          <a:prstGeom prst="rect">
            <a:avLst/>
          </a:prstGeom>
          <a:solidFill>
            <a:srgbClr val="EDE5F7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2926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Aggregator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926080"/>
            <a:ext cx="640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50592" y="29260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9201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17520" y="29260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29260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+ Imaging (REST)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292608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2512" y="29260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UC-3: Collect diagnostic bundle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1920240" cy="822960"/>
          </a:xfrm>
          <a:prstGeom prst="rect">
            <a:avLst/>
          </a:prstGeom>
          <a:solidFill>
            <a:srgbClr val="EDE5F7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3840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377440" y="3840480"/>
            <a:ext cx="640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50592" y="38404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9203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017520" y="38404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0672" y="38404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Aggregator + Diagnostic Aggregator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4048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UC-1: Pre-procedure fitness report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Prosumers call providers via OpenFeign (@FeignClient(name=...)) — no hardcoded URLs.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Execution &amp; Synchronisation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49040" y="1097280"/>
            <a:ext cx="164592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972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0" y="1600200"/>
            <a:ext cx="-1645920" cy="457200"/>
          </a:xfrm>
          <a:prstGeom prst="line">
            <a:avLst/>
          </a:prstGeom>
          <a:noFill/>
          <a:ln w="25400">
            <a:solidFill>
              <a:srgbClr val="6B4F9E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5029200" y="1600200"/>
            <a:ext cx="1645920" cy="457200"/>
          </a:xfrm>
          <a:prstGeom prst="line">
            <a:avLst/>
          </a:prstGeom>
          <a:noFill/>
          <a:ln w="25400">
            <a:solidFill>
              <a:srgbClr val="1A7A6E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1371600" y="16276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F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supplyAsync()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09360" y="16276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7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supplyAsync()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560320" cy="640080"/>
          </a:xfrm>
          <a:prstGeom prst="rect">
            <a:avLst/>
          </a:prstGeom>
          <a:solidFill>
            <a:srgbClr val="EDE5F7"/>
          </a:solidFill>
          <a:ln w="19050">
            <a:solidFill>
              <a:srgbClr val="6B4F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getClinicalProfile()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Aggregator :9202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2148840"/>
            <a:ext cx="2560320" cy="640080"/>
          </a:xfrm>
          <a:prstGeom prst="rect">
            <a:avLst/>
          </a:prstGeom>
          <a:solidFill>
            <a:srgbClr val="D5EDEA"/>
          </a:solidFill>
          <a:ln w="19050">
            <a:solidFill>
              <a:srgbClr val="1A7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getDiagnosticBundle()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Aggregator :9201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788920"/>
            <a:ext cx="1828800" cy="457200"/>
          </a:xfrm>
          <a:prstGeom prst="line">
            <a:avLst/>
          </a:prstGeom>
          <a:noFill/>
          <a:ln w="25400">
            <a:solidFill>
              <a:srgbClr val="6B4F9E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7315200" y="2788920"/>
            <a:ext cx="-1828800" cy="457200"/>
          </a:xfrm>
          <a:prstGeom prst="line">
            <a:avLst/>
          </a:prstGeom>
          <a:noFill/>
          <a:ln w="25400">
            <a:solidFill>
              <a:srgbClr val="1A7A6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3200400" y="3291840"/>
            <a:ext cx="2743200" cy="5486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3291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CompletableFuture.allOf().join()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3840480"/>
            <a:ext cx="0" cy="365760"/>
          </a:xfrm>
          <a:prstGeom prst="line">
            <a:avLst/>
          </a:prstGeom>
          <a:noFill/>
          <a:ln w="25400">
            <a:solidFill>
              <a:srgbClr val="80808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108960" y="4251960"/>
            <a:ext cx="292608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08960" y="42519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 → FitnessReport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ThreadPoolTaskExecutor (core=5, max=20) · Circuit breaker on each Feign call (Resilience4j)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 &amp; Scalability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Services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Laboratorio  :9102 — stateless, MySQL-backed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Imaging  :9104 — stateless, MySQL-backed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Anagrafe  :9101 — stateless, SOAP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Farmacia  :9103 — stateless, MySQL-backed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Single-instance (stateful / coordinator):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Diagnostic Aggregator — ConcurrentHashMap state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95020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Clinical Aggregator — SOAP port singleton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4281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Care Coordinator — orchestrator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5156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143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16002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registry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replica registers; Gateway + Feign query the registry at call time.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33172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lb:// routing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606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routes with load balancing — no IP addresses in config.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30632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@FeignClient(name=...)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337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Feign resolves the name via Eureka, picks a replica (round-robin).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7947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--scale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4069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 --scale laboratorio-service=3 to add replicas.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Summary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0" cy="713232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1097280"/>
            <a:ext cx="566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97280" y="1097280"/>
            <a:ext cx="2286000" cy="713232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52144" y="109728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097280"/>
            <a:ext cx="3474720" cy="713232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8144" y="1097280"/>
            <a:ext cx="34015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1097280"/>
            <a:ext cx="2286000" cy="713232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2864" y="109728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40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874520"/>
            <a:ext cx="566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187452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187452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Pre-Procedure Fitness Assessment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1874520"/>
            <a:ext cx="3474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8144" y="1874520"/>
            <a:ext cx="34015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 → Clinical Agg + Diagnostic Agg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187452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12864" y="187452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async orchestration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64008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2651760"/>
            <a:ext cx="566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97280" y="2651760"/>
            <a:ext cx="228600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52144" y="265176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Clinical Profile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651760"/>
            <a:ext cx="347472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8144" y="2651760"/>
            <a:ext cx="34015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Aggregator → Anagrafe (SOAP) + Farmacia (REST)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0" y="2651760"/>
            <a:ext cx="228600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12864" y="265176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composite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429000"/>
            <a:ext cx="640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" y="3429000"/>
            <a:ext cx="566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97280" y="342900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52144" y="342900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Diagnostic Bundle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3429000"/>
            <a:ext cx="3474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8144" y="3429000"/>
            <a:ext cx="34015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Aggregator → Laboratorio + Imaging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58000" y="342900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12864" y="342900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polling + callback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64008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" y="4206240"/>
            <a:ext cx="566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97280" y="4206240"/>
            <a:ext cx="228600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52144" y="420624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Prescriptions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383280" y="4206240"/>
            <a:ext cx="347472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38144" y="4206240"/>
            <a:ext cx="34015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Gateway → Farmacia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58000" y="4206240"/>
            <a:ext cx="2286000" cy="713232"/>
          </a:xfrm>
          <a:prstGeom prst="rect">
            <a:avLst/>
          </a:prstGeom>
          <a:solidFill>
            <a:srgbClr val="F0F4F8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4206240"/>
            <a:ext cx="22128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REST CRUD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Libraries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15727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 runtime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3.2.x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20116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foundation + embedded Tomcat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2023.0.x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24505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Eureka, Gateway, Config, OpenFeign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CXF 4.0.x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8895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contract-first (Anagrafe + client)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32841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Resilience4j 2.2.x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332841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on coordinator calls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springdoc-openapi 2.3.x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37673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on all REST services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51760" y="42062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layer over MySQL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05156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157276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157276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persistence (per-service DB)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20574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Compose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20574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Single-command deployment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25420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Maven 3.9.x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0" y="25420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independent per-service POMs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37760" y="302666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@Async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302666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lab/imaging processing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351129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CompletableFuture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0" y="351129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Fork-join in Care Coordinator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37760" y="39959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config repo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0" y="39959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Externalised properties (healthsoa-properties-repository)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2026-06-22T09:48:57Z</dcterms:created>
  <dcterms:modified xsi:type="dcterms:W3CDTF">2026-06-22T09:48:57Z</dcterms:modified>
</cp:coreProperties>
</file>